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60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9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38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113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301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87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43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32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58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959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00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7B41DD-22C8-4E6F-AF17-35B46B1BE312}" type="datetimeFigureOut">
              <a:rPr lang="es-ES" smtClean="0"/>
              <a:t>23/01/2022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7FB0B51-1532-4AC3-86F9-CBA430C6D259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29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l7tEQWIGbOP8QIozzMZXo843LCGmx_4HhdXwfD10EFM/edit#heading=h.92ndz1ub1ik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PROYECTO REDES DE SENSORES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s-ES" dirty="0" smtClean="0"/>
              <a:t>Rodrigo Lozano </a:t>
            </a:r>
            <a:r>
              <a:rPr lang="es-ES" dirty="0" err="1" smtClean="0"/>
              <a:t>Puñet</a:t>
            </a:r>
            <a:r>
              <a:rPr lang="es-ES" dirty="0" smtClean="0"/>
              <a:t> 718694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400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Especificación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/>
              <a:t>-</a:t>
            </a:r>
            <a:r>
              <a:rPr lang="es-ES" dirty="0" smtClean="0"/>
              <a:t>Dispositivo llevable en jugadores de tenis de mesa.</a:t>
            </a:r>
          </a:p>
          <a:p>
            <a:endParaRPr lang="es-ES" dirty="0"/>
          </a:p>
          <a:p>
            <a:r>
              <a:rPr lang="es-ES" dirty="0" smtClean="0"/>
              <a:t>-Detección en tiempo real del movimiento realizado.</a:t>
            </a:r>
          </a:p>
          <a:p>
            <a:endParaRPr lang="es-ES" dirty="0"/>
          </a:p>
          <a:p>
            <a:r>
              <a:rPr lang="es-ES" dirty="0" smtClean="0"/>
              <a:t>-Comunicación del movimiento por comunicación inalámbrica.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742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Máquina de estados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592782" cy="4351338"/>
          </a:xfrm>
        </p:spPr>
        <p:txBody>
          <a:bodyPr/>
          <a:lstStyle/>
          <a:p>
            <a:endParaRPr lang="es-ES" dirty="0" smtClean="0"/>
          </a:p>
          <a:p>
            <a:r>
              <a:rPr lang="es-ES" dirty="0" smtClean="0"/>
              <a:t>Máquina de estados a priori.</a:t>
            </a:r>
            <a:endParaRPr lang="es-ES" dirty="0"/>
          </a:p>
          <a:p>
            <a:r>
              <a:rPr lang="es-ES" dirty="0" smtClean="0"/>
              <a:t>Cambios realizados:</a:t>
            </a:r>
          </a:p>
          <a:p>
            <a:pPr lvl="1"/>
            <a:r>
              <a:rPr lang="es-ES" dirty="0" smtClean="0"/>
              <a:t>Mejor detección con 1s y no 500ms</a:t>
            </a:r>
          </a:p>
          <a:p>
            <a:pPr lvl="1"/>
            <a:r>
              <a:rPr lang="es-ES" dirty="0" smtClean="0"/>
              <a:t>Proceso en serie, una vez muestreados los 10 datos hacer el muestreo</a:t>
            </a:r>
          </a:p>
          <a:p>
            <a:pPr lvl="1"/>
            <a:r>
              <a:rPr lang="es-ES" dirty="0" smtClean="0"/>
              <a:t>Comunicación del movimiento por BLE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1153" r="1031"/>
          <a:stretch/>
        </p:blipFill>
        <p:spPr>
          <a:xfrm>
            <a:off x="6126480" y="762000"/>
            <a:ext cx="5486400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0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Diagrama de bloques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911436" cy="4351338"/>
          </a:xfrm>
        </p:spPr>
        <p:txBody>
          <a:bodyPr/>
          <a:lstStyle/>
          <a:p>
            <a:endParaRPr lang="es-ES" dirty="0" smtClean="0"/>
          </a:p>
          <a:p>
            <a:r>
              <a:rPr lang="es-ES" dirty="0" smtClean="0"/>
              <a:t>Modificaciones:</a:t>
            </a:r>
          </a:p>
          <a:p>
            <a:pPr lvl="1"/>
            <a:r>
              <a:rPr lang="es-ES" dirty="0" smtClean="0"/>
              <a:t>No hace falta guardar datos en SD</a:t>
            </a:r>
          </a:p>
          <a:p>
            <a:pPr lvl="1"/>
            <a:r>
              <a:rPr lang="es-ES" dirty="0" smtClean="0"/>
              <a:t>No hay </a:t>
            </a:r>
            <a:r>
              <a:rPr lang="es-ES" dirty="0" err="1" smtClean="0"/>
              <a:t>LEDs</a:t>
            </a:r>
            <a:endParaRPr lang="es-ES" dirty="0" smtClean="0"/>
          </a:p>
          <a:p>
            <a:pPr lvl="1"/>
            <a:r>
              <a:rPr lang="es-ES" dirty="0" smtClean="0"/>
              <a:t>El botón de RESET viene incluido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165" y="1825625"/>
            <a:ext cx="572972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3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Elección de protocolo de comunicación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dirty="0" smtClean="0"/>
          </a:p>
          <a:p>
            <a:r>
              <a:rPr lang="es-ES" dirty="0" smtClean="0"/>
              <a:t>Con las especificaciones técnicas de nuestro diseño, los protocolos que más se adaptan a nuestro sistema son: </a:t>
            </a:r>
            <a:r>
              <a:rPr lang="es-ES" dirty="0" err="1" smtClean="0"/>
              <a:t>LoraWAN</a:t>
            </a:r>
            <a:r>
              <a:rPr lang="es-ES" dirty="0" smtClean="0"/>
              <a:t> o BLE.</a:t>
            </a:r>
          </a:p>
          <a:p>
            <a:r>
              <a:rPr lang="es-ES" dirty="0" smtClean="0"/>
              <a:t>Se elige BLE por menor área que repercute en una mayor ergonomía que se considera muy importante en el dispositivo.</a:t>
            </a:r>
          </a:p>
          <a:p>
            <a:r>
              <a:rPr lang="es-ES" dirty="0" smtClean="0"/>
              <a:t>Para ver las especificaciones técnicas y la argumentación de la elección en profundidad ir a:</a:t>
            </a:r>
          </a:p>
          <a:p>
            <a:pPr marL="0" indent="0">
              <a:buNone/>
            </a:pPr>
            <a:r>
              <a:rPr lang="es-ES" dirty="0" smtClean="0">
                <a:hlinkClick r:id="rId2"/>
              </a:rPr>
              <a:t>https://docs.google.com/document/d/1l7tEQWIGbOP8QIozzMZXo843LCGmx_4HhdXwfD10EFM/edit#heading=h.92ndz1ub1ike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09709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Utilización de la </a:t>
            </a:r>
            <a:r>
              <a:rPr lang="es-ES" dirty="0" err="1" smtClean="0"/>
              <a:t>metología</a:t>
            </a:r>
            <a:r>
              <a:rPr lang="es-ES" dirty="0" smtClean="0"/>
              <a:t> COSICA</a:t>
            </a:r>
            <a:r>
              <a:rPr lang="es-ES" dirty="0"/>
              <a:t> 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548" y="1939636"/>
            <a:ext cx="6447916" cy="430342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0" dirty="0" smtClean="0">
                <a:effectLst/>
              </a:rPr>
              <a:t> 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533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Utilización de la </a:t>
            </a:r>
            <a:r>
              <a:rPr lang="es-ES" dirty="0" err="1"/>
              <a:t>metología</a:t>
            </a:r>
            <a:r>
              <a:rPr lang="es-ES" dirty="0"/>
              <a:t> COSICA </a:t>
            </a:r>
            <a:r>
              <a:rPr lang="es-ES" dirty="0" smtClean="0"/>
              <a:t>(2)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64" y="1845734"/>
            <a:ext cx="3699164" cy="325006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540" y="4895545"/>
            <a:ext cx="9241554" cy="151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6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Resumen diseño energético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25" y="3144982"/>
            <a:ext cx="11762110" cy="231058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97280" y="2109545"/>
            <a:ext cx="6606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Principal consumo de la comunicación. Consumo total de 46,7731mJ.</a:t>
            </a:r>
          </a:p>
          <a:p>
            <a:r>
              <a:rPr lang="es-ES" dirty="0" smtClean="0"/>
              <a:t>Se escoge una batería </a:t>
            </a:r>
            <a:r>
              <a:rPr lang="es-ES" dirty="0" err="1" smtClean="0"/>
              <a:t>LiIon</a:t>
            </a:r>
            <a:r>
              <a:rPr lang="es-ES" dirty="0" smtClean="0"/>
              <a:t>. Con el circuito de adaptación siguiente: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482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Recogida de 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389120" cy="4023360"/>
          </a:xfrm>
        </p:spPr>
        <p:txBody>
          <a:bodyPr/>
          <a:lstStyle/>
          <a:p>
            <a:r>
              <a:rPr lang="es-ES" dirty="0" smtClean="0"/>
              <a:t>Se cogen 4 sujetos y se hacen 4 tipos de golpes durante 1 minuto cada golpe.</a:t>
            </a:r>
          </a:p>
          <a:p>
            <a:r>
              <a:rPr lang="es-ES" dirty="0" smtClean="0"/>
              <a:t>En el tratamiento de datos se añadirá la derivada de los 6 principales datos sacados.</a:t>
            </a:r>
          </a:p>
          <a:p>
            <a:endParaRPr lang="es-ES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45733"/>
            <a:ext cx="6123710" cy="392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Gráficas de datos y etiquetado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693" y="1737360"/>
            <a:ext cx="9175573" cy="4587787"/>
          </a:xfrm>
        </p:spPr>
      </p:pic>
    </p:spTree>
    <p:extLst>
      <p:ext uri="{BB962C8B-B14F-4D97-AF65-F5344CB8AC3E}">
        <p14:creationId xmlns:p14="http://schemas.microsoft.com/office/powerpoint/2010/main" val="347758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Gráficas de datos y etiquetado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97" y="1737360"/>
            <a:ext cx="9123766" cy="4561883"/>
          </a:xfrm>
        </p:spPr>
      </p:pic>
    </p:spTree>
    <p:extLst>
      <p:ext uri="{BB962C8B-B14F-4D97-AF65-F5344CB8AC3E}">
        <p14:creationId xmlns:p14="http://schemas.microsoft.com/office/powerpoint/2010/main" val="109362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Determinación de límites de movimiento e implementación final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818611" cy="4023360"/>
          </a:xfrm>
        </p:spPr>
        <p:txBody>
          <a:bodyPr/>
          <a:lstStyle/>
          <a:p>
            <a:r>
              <a:rPr lang="es-ES" dirty="0" smtClean="0"/>
              <a:t>Se hace conectar al esp32 con el móvil y se le envía datos por BLE.</a:t>
            </a:r>
          </a:p>
          <a:p>
            <a:r>
              <a:rPr lang="es-ES" dirty="0" smtClean="0"/>
              <a:t>No requiere contraseña para empezar a comunicarse.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764" y="1737360"/>
            <a:ext cx="2854036" cy="461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0707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</TotalTime>
  <Words>277</Words>
  <Application>Microsoft Office PowerPoint</Application>
  <PresentationFormat>Panorámica</PresentationFormat>
  <Paragraphs>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Retrospección</vt:lpstr>
      <vt:lpstr>PROYECTO REDES DE SENSORES</vt:lpstr>
      <vt:lpstr>Especificación</vt:lpstr>
      <vt:lpstr>Máquina de estados</vt:lpstr>
      <vt:lpstr>Diagrama de bloques</vt:lpstr>
      <vt:lpstr>Elección de protocolo de comunicación</vt:lpstr>
      <vt:lpstr>Utilización de la metología COSICA </vt:lpstr>
      <vt:lpstr>Utilización de la metología COSICA (2)</vt:lpstr>
      <vt:lpstr>Resumen diseño energético</vt:lpstr>
      <vt:lpstr>Recogida de datos</vt:lpstr>
      <vt:lpstr>Gráficas de datos y etiquetado</vt:lpstr>
      <vt:lpstr>Gráficas de datos y etiquetado</vt:lpstr>
      <vt:lpstr>Determinación de límites de movimiento e implementación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REDES DE SENSORES</dc:title>
  <dc:creator>rodrigo lozano</dc:creator>
  <cp:lastModifiedBy>rodrigo lozano</cp:lastModifiedBy>
  <cp:revision>5</cp:revision>
  <dcterms:created xsi:type="dcterms:W3CDTF">2022-01-23T17:27:03Z</dcterms:created>
  <dcterms:modified xsi:type="dcterms:W3CDTF">2022-01-23T18:04:23Z</dcterms:modified>
</cp:coreProperties>
</file>